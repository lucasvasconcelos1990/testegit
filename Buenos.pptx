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83344-8C75-4D1B-9EB6-511E82FE0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693987-03B7-4442-8568-84C190521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E8128F-94AA-4B05-99AF-2FBD5FED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71D12E-9521-4A22-A517-D2BE8D6D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8E099A-9A01-4DA8-B224-E979A268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18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0F4E5-6481-40BE-A3A2-EAA87C87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59B46D-9B95-465B-9883-D12C18683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AB27D0-ECA6-4BDF-B824-CE05A3BE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35FCB2-6D69-421B-A553-A03A5977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3B9731-CAAB-45E6-A521-FB4E156A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0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01B76-1AE5-495A-AD09-018E9CCE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90D239-E73B-4401-93FE-F2B98581E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9DFC24-B4EF-4D3D-B615-B00071E3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E831B7-17EC-4304-92E9-C39CEB6B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255E8F-E10D-44FA-B4EF-F7183D35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90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8631E-A5EB-4051-BD3D-1CD81BA6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2A1890-4ED5-4BFB-8ACB-D558A086F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646C31-C9B3-4B0C-A4A0-0FC07C0AE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E7CE1-1A87-499D-9E66-C4230214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59228C-A76E-4F18-9A35-5D106DD7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A6A8CB-95BC-4F3D-8302-DEE2395E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33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6A90F-A7D2-4FE5-ACEE-CFA71D26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A1EF34-2429-419D-B657-D815A0A5D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790B75-3759-45B6-B5C8-0430DB345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4ABD7C-57A6-4A3C-A6C2-6B7EDB6F3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0355A4-F39F-4B90-AF43-AA9F68C09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82DCF2-0401-4DB7-83CD-0E4196CB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5148DA9-55F5-445A-905E-32B4E260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4948DF-5942-4755-BA6E-162B8B3B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31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4EE9B-B2E0-43BC-B52B-556A7CB2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E32D37-3951-45D7-9E63-CF99D85F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34903E-C997-4109-86CE-BEEF45CC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F8C756-9FBD-4D99-BE69-003772BE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997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E34F3D-9D53-4097-B67B-FA95966F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D2163A-7605-4107-B578-4C28067F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62BB5F-77B8-4E10-BA38-B24244A6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088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B21B4-BCBA-4F87-9B5C-B79D4881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E332F-AC11-44AA-BB4B-3480D15E6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E03CE5-F7EE-4267-83C3-6DC32D8E0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E0F549-3E63-4B4A-8101-C996D861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C30CE7-4230-4C84-BF40-1F495B46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3840FA-7B03-41FD-9FB3-8B138D28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50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53242-0960-452C-A4CB-4998A7D5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D75675-B5D9-49B8-A642-87DAE7CF0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EB4FD2-EC99-440D-88D1-856B0DD0B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ABDA26-FE58-4464-8625-68B24A35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FD407C-7CEC-4469-A36B-754240BB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62D264-A7F0-4CD4-A991-44176AE7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40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9A9D2-6F94-4392-BD78-DE2CF428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7E560E-B44D-4973-8689-5B5F096C2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A1DD18-DACA-4C40-AD48-C0DAE120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8AF987-E5CE-44CC-84A6-83504C36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47A164-2ED4-4788-B513-C0E7958C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4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33DCD3-50D4-4A99-AF62-72CB33C1A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D29B1A-92B0-4CBA-965A-73B4871BA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56D6B1-0957-45F3-8440-7915B4C7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C5B8B-0051-4416-A4D7-B201F511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15ACE1-A7E6-42CE-BA98-E716C20B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32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FCA6C81-7624-4296-8403-D5B8E42C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8F64FA-899C-4B46-A441-C43966BF9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3CD66F-BEA9-4660-9CEC-CA9AA7E52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030DC-903E-4B52-A9DB-128CCC193E2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350B5B-8227-463B-BCD0-3E22A4705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AA1FCA-45F5-43B9-89F5-641CED50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774A2-B8F7-4F21-95A7-70CAFD2EF7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7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074BA-D217-4750-B29D-02B02A946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FAZ O 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3532F2-EA87-49CF-89C5-051940BFF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704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FAZ O 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FAZ O K</dc:title>
  <dc:creator>Lucas Vasconcelos Gonçalves de Souza</dc:creator>
  <cp:lastModifiedBy>Lucas Vasconcelos Gonçalves de Souza</cp:lastModifiedBy>
  <cp:revision>1</cp:revision>
  <dcterms:created xsi:type="dcterms:W3CDTF">2025-09-12T19:17:55Z</dcterms:created>
  <dcterms:modified xsi:type="dcterms:W3CDTF">2025-09-12T19:18:11Z</dcterms:modified>
</cp:coreProperties>
</file>